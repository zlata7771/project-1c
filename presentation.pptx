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8"/>
  </p:normalViewPr>
  <p:slideViewPr>
    <p:cSldViewPr snapToGrid="0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09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27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91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31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2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9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41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56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2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81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73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19DB63-DF80-BF4A-A3E8-EE41B4858C55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1E55B7C-9DCA-D141-9DD0-8C5001A08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99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3899D-8B85-ADFD-56E2-F28EB1FF9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SimpleFS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D84283-5428-7420-E9FF-191ED5CD9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Каюкина</a:t>
            </a:r>
            <a:r>
              <a:rPr lang="ru-RU" dirty="0"/>
              <a:t> Злата и Николаева Полина 0907-32</a:t>
            </a:r>
          </a:p>
        </p:txBody>
      </p:sp>
    </p:spTree>
    <p:extLst>
      <p:ext uri="{BB962C8B-B14F-4D97-AF65-F5344CB8AC3E}">
        <p14:creationId xmlns:p14="http://schemas.microsoft.com/office/powerpoint/2010/main" val="14847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799DC-9B96-971A-1664-E59C7AB0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файловой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EE3021-8240-BC95-6CD5-05545449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Название: </a:t>
            </a:r>
            <a:r>
              <a:rPr lang="e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SimpleFS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Простая файловая система на основе текстового формата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Поддержка основных операций с файлами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Легковесная реализация на языке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в использовании и расширении</a:t>
            </a:r>
          </a:p>
        </p:txBody>
      </p:sp>
    </p:spTree>
    <p:extLst>
      <p:ext uri="{BB962C8B-B14F-4D97-AF65-F5344CB8AC3E}">
        <p14:creationId xmlns:p14="http://schemas.microsoft.com/office/powerpoint/2010/main" val="55724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7F1CF-21DE-F87E-75F3-0A6FD24B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system-ui"/>
              </a:rPr>
              <a:t>Основные функции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14E674-6677-CA3F-CBD2-2101097F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b="0" i="0" u="none" strike="noStrike" dirty="0">
                <a:effectLst/>
                <a:latin typeface="system-ui"/>
              </a:rPr>
              <a:t>1.</a:t>
            </a:r>
            <a:r>
              <a:rPr lang="en" dirty="0"/>
              <a:t> </a:t>
            </a:r>
            <a:r>
              <a:rPr lang="en" dirty="0" err="1"/>
              <a:t>open_or_create_filesystem</a:t>
            </a:r>
            <a:r>
              <a:rPr lang="en" dirty="0"/>
              <a:t> </a:t>
            </a:r>
            <a:r>
              <a:rPr lang="en" b="0" i="0" u="none" strike="noStrike" dirty="0">
                <a:effectLst/>
                <a:latin typeface="system-ui"/>
              </a:rPr>
              <a:t>- </a:t>
            </a:r>
            <a:r>
              <a:rPr lang="ru-RU" b="0" i="0" u="none" strike="noStrike" dirty="0">
                <a:effectLst/>
                <a:latin typeface="system-ui"/>
              </a:rPr>
              <a:t>открытие/создание ФС</a:t>
            </a:r>
            <a:br>
              <a:rPr lang="ru-RU" dirty="0"/>
            </a:br>
            <a:r>
              <a:rPr lang="ru-RU" b="0" i="0" u="none" strike="noStrike" dirty="0">
                <a:effectLst/>
                <a:latin typeface="system-ui"/>
              </a:rPr>
              <a:t>2.</a:t>
            </a:r>
            <a:r>
              <a:rPr lang="ru-RU" dirty="0"/>
              <a:t> </a:t>
            </a:r>
            <a:r>
              <a:rPr lang="en" dirty="0" err="1"/>
              <a:t>view_file_in_filesystem</a:t>
            </a:r>
            <a:r>
              <a:rPr lang="en" dirty="0"/>
              <a:t> </a:t>
            </a:r>
            <a:r>
              <a:rPr lang="en" b="0" i="0" u="none" strike="noStrike" dirty="0">
                <a:effectLst/>
                <a:latin typeface="system-ui"/>
              </a:rPr>
              <a:t>- </a:t>
            </a:r>
            <a:r>
              <a:rPr lang="ru-RU" b="0" i="0" u="none" strike="noStrike" dirty="0">
                <a:effectLst/>
                <a:latin typeface="system-ui"/>
              </a:rPr>
              <a:t>просмотр файла</a:t>
            </a:r>
            <a:br>
              <a:rPr lang="ru-RU" dirty="0"/>
            </a:br>
            <a:r>
              <a:rPr lang="ru-RU" b="0" i="0" u="none" strike="noStrike" dirty="0">
                <a:effectLst/>
                <a:latin typeface="system-ui"/>
              </a:rPr>
              <a:t>3.</a:t>
            </a:r>
            <a:r>
              <a:rPr lang="ru-RU" dirty="0"/>
              <a:t> </a:t>
            </a:r>
            <a:r>
              <a:rPr lang="en" dirty="0" err="1"/>
              <a:t>delete_file_in_filesystem</a:t>
            </a:r>
            <a:r>
              <a:rPr lang="en" dirty="0"/>
              <a:t> </a:t>
            </a:r>
            <a:r>
              <a:rPr lang="en" b="0" i="0" u="none" strike="noStrike" dirty="0">
                <a:effectLst/>
                <a:latin typeface="system-ui"/>
              </a:rPr>
              <a:t>- </a:t>
            </a:r>
            <a:r>
              <a:rPr lang="ru-RU" b="0" i="0" u="none" strike="noStrike" dirty="0">
                <a:effectLst/>
                <a:latin typeface="system-ui"/>
              </a:rPr>
              <a:t>удаление файла</a:t>
            </a:r>
            <a:br>
              <a:rPr lang="ru-RU" dirty="0"/>
            </a:br>
            <a:r>
              <a:rPr lang="ru-RU" b="0" i="0" u="none" strike="noStrike" dirty="0">
                <a:effectLst/>
                <a:latin typeface="system-ui"/>
              </a:rPr>
              <a:t>4.</a:t>
            </a:r>
            <a:r>
              <a:rPr lang="ru-RU" dirty="0"/>
              <a:t> </a:t>
            </a:r>
            <a:r>
              <a:rPr lang="en" dirty="0" err="1"/>
              <a:t>create_new_file_in_filesystem</a:t>
            </a:r>
            <a:r>
              <a:rPr lang="en" dirty="0"/>
              <a:t> </a:t>
            </a:r>
            <a:r>
              <a:rPr lang="en" b="0" i="0" u="none" strike="noStrike" dirty="0">
                <a:effectLst/>
                <a:latin typeface="system-ui"/>
              </a:rPr>
              <a:t>- </a:t>
            </a:r>
            <a:r>
              <a:rPr lang="ru-RU" b="0" i="0" u="none" strike="noStrike" dirty="0">
                <a:effectLst/>
                <a:latin typeface="system-ui"/>
              </a:rPr>
              <a:t>создание файла</a:t>
            </a:r>
            <a:br>
              <a:rPr lang="ru-RU" dirty="0"/>
            </a:br>
            <a:r>
              <a:rPr lang="ru-RU" b="0" i="0" u="none" strike="noStrike" dirty="0">
                <a:effectLst/>
                <a:latin typeface="system-ui"/>
              </a:rPr>
              <a:t>5.</a:t>
            </a:r>
            <a:r>
              <a:rPr lang="ru-RU" dirty="0"/>
              <a:t> </a:t>
            </a:r>
            <a:r>
              <a:rPr lang="en" dirty="0" err="1"/>
              <a:t>modify_file_in_filesystem</a:t>
            </a:r>
            <a:r>
              <a:rPr lang="en" dirty="0"/>
              <a:t> </a:t>
            </a:r>
            <a:r>
              <a:rPr lang="en" b="0" i="0" u="none" strike="noStrike" dirty="0">
                <a:effectLst/>
                <a:latin typeface="system-ui"/>
              </a:rPr>
              <a:t>- </a:t>
            </a:r>
            <a:r>
              <a:rPr lang="ru-RU" b="0" i="0" u="none" strike="noStrike" dirty="0">
                <a:effectLst/>
                <a:latin typeface="system-ui"/>
              </a:rPr>
              <a:t>изменение файла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338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41E12-3DF5-AE8D-088F-1DD1C8BB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файловой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884F6B-F55D-C915-313E-D91DF084C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библиотеки:</a:t>
            </a:r>
            <a:b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SimpleFS</a:t>
            </a: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</a:p>
          <a:p>
            <a:pPr marL="0" indent="0" algn="l">
              <a:buNone/>
            </a:pP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filesystem.h</a:t>
            </a: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</a:t>
            </a:r>
            <a:endParaRPr lang="en-US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lang="en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filesystem.c</a:t>
            </a: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</a:p>
          <a:p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b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Простота интеграции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Независимость от платформы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Чистый </a:t>
            </a: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Минимальные зависимости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22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8CF81-4F02-5A20-BD83-A45EF8C0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командной строки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018E85-E61D-41B2-930E-AF00EA47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команды:</a:t>
            </a:r>
            <a:b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Создание, удаление, изменение и просмотр файлов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Интерактивный ввод команд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Валидация параметров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Контекстная помощь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53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DA2DC-F899-0C7F-FE9A-74999508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Логотип файловой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2604D7-1A19-3D1B-3745-C0FF0F9E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логотипа:</a:t>
            </a:r>
            <a:b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Простота и узнаваемость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Отражение концепции файловой системы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Соответствие названию проекта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B235E0-5C52-E3EA-7FB4-4CB976378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81037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707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13</TotalTime>
  <Words>210</Words>
  <Application>Microsoft Macintosh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</vt:lpstr>
      <vt:lpstr>Calibri</vt:lpstr>
      <vt:lpstr>Cambria</vt:lpstr>
      <vt:lpstr>Rockwell</vt:lpstr>
      <vt:lpstr>Rockwell Condensed</vt:lpstr>
      <vt:lpstr>Rockwell Extra Bold</vt:lpstr>
      <vt:lpstr>system-ui</vt:lpstr>
      <vt:lpstr>Times New Roman</vt:lpstr>
      <vt:lpstr>Wingdings</vt:lpstr>
      <vt:lpstr>Дерево</vt:lpstr>
      <vt:lpstr>SimpleFS</vt:lpstr>
      <vt:lpstr>Описание файловой системы</vt:lpstr>
      <vt:lpstr>Основные функции</vt:lpstr>
      <vt:lpstr>Библиотека файловой системы</vt:lpstr>
      <vt:lpstr>Интерфейс командной строки</vt:lpstr>
      <vt:lpstr>Логотип файловой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Zlata Kaukina</dc:creator>
  <cp:lastModifiedBy>Zlata Kaukina</cp:lastModifiedBy>
  <cp:revision>1</cp:revision>
  <dcterms:created xsi:type="dcterms:W3CDTF">2025-05-28T06:49:18Z</dcterms:created>
  <dcterms:modified xsi:type="dcterms:W3CDTF">2025-05-28T07:02:49Z</dcterms:modified>
</cp:coreProperties>
</file>